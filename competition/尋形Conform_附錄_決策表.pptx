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 backup 附錄頁，主簡報嚴格 6 頁、此頁獨立檔。</a:t>
            </a:r>
          </a:p>
          <a:p>
            <a:r>
              <a:t>用途：P4 決策帶只放 4 條精簡版；評審若深問『哪些採用哪些否決、怎麼討論』就切到這張完整 7 列表逐列講。</a:t>
            </a:r>
          </a:p>
          <a:p>
            <a:r>
              <a:t>字級：理由欄為求容納 7 列降到 10.5pt（低於 12pt 規範）——僅作 backup 參考，不要當正式 6 頁之一。若要併入主簡報需精簡列數放大字級。</a:t>
            </a:r>
          </a:p>
          <a:p>
            <a:r>
              <a:t>誠實：commit hash(77e8832/fffd30e/13f179f/9db06a6→c4df21d)、Decision 8、SEC-001 皆 repo 實證；17,482 / 6000 / 20000 球與時間數字來自 design.md／專案備忘的實測記述，非現場重跑。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附錄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採用／否決 決策日誌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AI-proposed / human-decided log（backup，不計入 6 頁）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6B8A"/>
                </a:solidFill>
                <a:latin typeface="Menlo"/>
                <a:ea typeface="Menlo"/>
                <a:cs typeface="Menlo"/>
              </a:rPr>
              <a:t>01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6B8A"/>
                </a:solidFill>
                <a:latin typeface="Menlo"/>
                <a:ea typeface="Menlo"/>
                <a:cs typeface="Menlo"/>
              </a:rPr>
              <a:t>BACKUP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938528"/>
            <a:ext cx="11274552" cy="420624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938528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改進主題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728" y="1938528"/>
            <a:ext cx="18470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Claude 建議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38528"/>
            <a:ext cx="11338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我的決定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938528"/>
            <a:ext cx="3794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我們怎麼討論／理由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1938528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4872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404872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同半徑 BGA 球 vs 對位點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2404872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鄰域密度仲裁（自動推 pitch、鄰居數分類）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04872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05856" y="2404872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初期採用（無參數）；產線 17,482 球大陣列整批誤判成 Fiducial、合成案重現不出 → 不追不可重現的啟發式 bug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7" y="2404872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改用視圖約束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935224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935224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替代分類規則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95728" y="2935224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互斥視圖判定（BGA=底視圖、Fiducial=頂視圖）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935224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05856" y="2935224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確定性、operator 看得懂、免疫密度 edge case；明確否決「保留密度群當保險」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7" y="2935224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上線穩定（77e8832）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465576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465576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失效仲裁子系統去留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95728" y="3465576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保留 arbitrate() 當未來骨架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465576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改寫（YAGNI 刪）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5856" y="3465576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視圖約束讓 registry 清空、call site 全成 pass-through → 可達但無作用的死碼，直接刪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7" y="3465576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子系統移除（fffd30e）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995928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995928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含括重複比對抑制效能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95728" y="3995928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每類 pairwise 掃描，design 判 O(M²)「便宜」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995928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採用後修正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05856" y="3995928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上線打臉：20k 球單這步 20s+ → 換 inverted handle-index（X 的超集必含 X 全部 handle），近線性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5207" y="3995928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6000 球 2.0s→8ms（13f179f）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526280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526280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多 DXF 一角色的 view 維度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95728" y="4526280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引入 dxf_view enum，正交於設計角色（Decision 1-7）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526280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05856" y="4526280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Decision 8 簡化轉向：使用者回饋主流程是一檔含 top/bottom/side region，分割軸未必對齊 → enum 是 over-fit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5207" y="4526280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全檔 multi，欄位 vestigial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056632"/>
            <a:ext cx="11274552" cy="530352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5056632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基板比對策略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95728" y="5056632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新增 per-class match_strategy（chamfer/signature）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056632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採用（取代被否決路徑）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05856" y="5056632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前案 per-class tolerance 已 revert（9db06a6→c4df21d）：tolerance 橋不過固定 ±20% pre-filter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65207" y="5056632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match_strategy 正式取代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586984"/>
            <a:ext cx="11274552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5586984"/>
            <a:ext cx="1645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上傳上限 SEC-001 預檢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95728" y="5586984"/>
            <a:ext cx="1828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加請求層 Content-Length 預檢，buffer 前拒絕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5586984"/>
            <a:ext cx="117043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05856" y="5586984"/>
            <a:ext cx="3776471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multipart 的 Content-Length 涵蓋整個 body 非單檔，FastAPI 無 per-part length；對內部信任使用者邊際價值低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5586984"/>
            <a:ext cx="199339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緩衝後 len() 為權威防線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6208776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6208776"/>
            <a:ext cx="10908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主軸：「AI 提案，工程判斷把關——每個採用都附一個被我否決的替代方案」。錨點均經 git/reflog 核對；效能絕對數字以 design.md／專案備忘為準，非現場 benchmark。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